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993" autoAdjust="0"/>
  </p:normalViewPr>
  <p:slideViewPr>
    <p:cSldViewPr snapToGrid="0">
      <p:cViewPr varScale="1">
        <p:scale>
          <a:sx n="48" d="100"/>
          <a:sy n="48" d="100"/>
        </p:scale>
        <p:origin x="53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2359A-9807-45C2-9694-B028CC0F059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C16CB-3007-41C5-BCB8-C6CCEA5A8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35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study maps how state mental health legislation addresses six social determinant domains across ten U.S. states from 2021 to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C16CB-3007-41C5-BCB8-C6CCEA5A88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479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1C16CB-3007-41C5-BCB8-C6CCEA5A88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50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EAE8-27DA-F27E-E0FA-F151D7963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ED0E8-8020-B6EC-4C06-0BAA2480A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73823-F54B-7150-B9EE-ED2F0BAA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A6DCC-E7A4-E0DB-C1F9-3F016371F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4DE2-197F-F1DE-8DE9-8D9043F7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F99D-40D6-9D84-B371-A79AE690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DC23-3457-5EB5-58A4-5E8E82668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39A62-7E2B-E03C-A696-6C5B719F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13B06-9E49-1B3D-1F31-DD4E2A439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B4506-5A55-A83B-9659-89CDAC49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6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7A972-D1A5-FDB2-4109-5DF15BB5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2001F-A2F4-D8AD-D89B-7268EA19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54C7-78DA-3222-8618-A4E3EC78C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BA7A-B428-D08C-1119-B98A50CA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29C12-1892-FD9B-B7C0-6D6854B2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832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69D-F041-8A8F-BE58-42F0AD98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C7A8-D38D-DC8E-6DB0-0B5B2856F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E3894-3A4E-4332-F623-0651A616B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00BD4-7A26-05BC-B838-B6E7329C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41848-6E65-4DE3-81A3-45408443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7F0DD-D530-0208-0B13-E2EE153D9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2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E033-0C94-B77A-37CD-AC4AA145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A3B63-CE73-6FBC-E2B8-BE5A661F4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E7FDD-A620-043A-E9D1-19EBA6F6C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A1CCA-C4CB-0018-F611-43AD988B3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11C63-B811-48C4-0DE7-138BD5E63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4809D-3E3A-7F47-F16A-ED5EC0A8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1635BC-7D54-7A1D-C289-1C956A53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A850A-72AD-4CA5-C74F-4599D8C9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9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A3AA-F12A-2E19-2D3C-0FD7B9DC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511C7-E627-9785-4544-601F3284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92A01-3A27-C435-F7FB-525454CC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9BB603-E895-6FF4-6D55-71BC4F54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4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E99F2-560C-5466-0B48-ACB25DF9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5C71F5-4355-0F7D-7E7D-9C3E80E4B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395EE-061E-83CC-FF7A-33C05F6E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3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DC93E-6194-A6A9-F8A9-B829D5D82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51ECF-6152-29BD-E949-0E9124273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BDF7F-2E1F-6434-3273-56FFB2F57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CF0F9-5C7B-D202-98BC-B6D204BF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A1E3E-8C92-3D89-E7AD-8ECA5B35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63F1D-5273-6E89-CE77-93742A4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20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981ED-DD4D-BD24-4E1A-E106FE09F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3AD07-988F-3974-3FA5-9A614C2A0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5E7D9-6889-E94A-F857-2C03EC810F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CB3EA-37EA-3EDF-BADE-16B45DA6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DEC21-99DF-13EE-94AF-D0BA5AEA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8F701-4AA7-5BF1-D571-06678BCEB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95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7F8D-912E-5E5F-718E-D54226ADF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3ADE9-24E0-E3BC-0C71-D3C7EE414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45C38-246F-223A-3789-EA32A970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D8E0A-2EB0-45E7-73CB-93DF12BB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01704-3DD4-5CA5-BD6D-87972FB4A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8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71316-4F87-86BA-7A27-E452FF1943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88CBF8-03CA-418B-60FC-77043AC5E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D3E90-7BFE-5099-D6CC-5A399784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861B1-C00A-55FF-C1EC-6C0E43C91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E1C8E-947A-B351-CDDF-522D81D6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7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D08AF-07CA-D133-8F5B-833396D36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8E57A-7BC0-1DD6-5F11-D3AA5D234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75694-BE7B-AFD5-7E26-5536A7335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2573D-7EBE-45BA-B5B4-615D883AE43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0AC95-1EDB-F2F9-0BCC-270B010FC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19CA0-4256-A542-143E-73864F2D5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BDB43-3CDE-4A8A-B864-07659AACA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40A2-CB1C-45F3-3286-BD5AC5FA7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Mapping Legislative Attention to the Social Determinants of Mental Health: A Text Analysis of State Bills, 2021-2024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90FBC-F132-873D-A319-18ACF12A29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Jacob Federbusch</a:t>
            </a:r>
          </a:p>
          <a:p>
            <a:r>
              <a:rPr lang="en-US" dirty="0"/>
              <a:t>ITEC/SIS 724</a:t>
            </a:r>
          </a:p>
          <a:p>
            <a:r>
              <a:rPr lang="en-US" dirty="0"/>
              <a:t>April 22,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227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E8AA4-BCD8-F352-4402-D2B4AB32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and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3730C-E9A8-BF78-957F-AB74B9178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it matters: Mental health is shaped by upstream social, economic, and environmental conditions, but existing scholarship does not systematically map how state mental health bills address those domains across contexts.</a:t>
            </a:r>
          </a:p>
          <a:p>
            <a:r>
              <a:rPr lang="en-US" dirty="0"/>
              <a:t>Purpose: I analyze legislative attention to social determinants of mental health in a </a:t>
            </a:r>
            <a:r>
              <a:rPr lang="en-US" dirty="0" err="1"/>
              <a:t>LegiScan</a:t>
            </a:r>
            <a:r>
              <a:rPr lang="en-US" dirty="0"/>
              <a:t>-derived corpus of state bills, comparing patterns across domains, states, years, and party control.</a:t>
            </a:r>
          </a:p>
        </p:txBody>
      </p:sp>
    </p:spTree>
    <p:extLst>
      <p:ext uri="{BB962C8B-B14F-4D97-AF65-F5344CB8AC3E}">
        <p14:creationId xmlns:p14="http://schemas.microsoft.com/office/powerpoint/2010/main" val="178064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A281-A6CE-F172-F9B5-55DB7F25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F640-96F5-122C-C3F2-C40621EF8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RQ1: Which social determinant domains are most prominent?</a:t>
            </a:r>
          </a:p>
          <a:p>
            <a:r>
              <a:rPr lang="en-US" dirty="0"/>
              <a:t>RQ2: How does domain language vary by state, session year, and party control?</a:t>
            </a:r>
          </a:p>
          <a:p>
            <a:r>
              <a:rPr lang="en-US" dirty="0"/>
              <a:t>RQ3: What language and named entities distinguish high- versus low-domain bills?</a:t>
            </a:r>
          </a:p>
          <a:p>
            <a:r>
              <a:rPr lang="en-US" dirty="0"/>
              <a:t>RQ4: What latent themes emerge, and how do they relate to the domains?</a:t>
            </a:r>
          </a:p>
        </p:txBody>
      </p:sp>
    </p:spTree>
    <p:extLst>
      <p:ext uri="{BB962C8B-B14F-4D97-AF65-F5344CB8AC3E}">
        <p14:creationId xmlns:p14="http://schemas.microsoft.com/office/powerpoint/2010/main" val="2558329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0B67-0A3B-2BA7-1E78-70ADFB12C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Corpus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1D724-C9F9-FAEE-E16E-5543B1E58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Corpus: 3,169 introduced mental-health-relevant bills from ten states, covering regular sessions from 2021 to 2024.</a:t>
            </a:r>
          </a:p>
          <a:p>
            <a:r>
              <a:rPr lang="en-US" dirty="0"/>
              <a:t>States: New York, Illinois, Texas, Florida, California, Pennsylvania, Washington, Georgia, Wisconsin, and Ohio.</a:t>
            </a:r>
          </a:p>
          <a:p>
            <a:r>
              <a:rPr lang="en-US" dirty="0"/>
              <a:t>Data source: </a:t>
            </a:r>
            <a:r>
              <a:rPr lang="en-US" dirty="0" err="1"/>
              <a:t>LegiScan</a:t>
            </a:r>
            <a:r>
              <a:rPr lang="en-US" dirty="0"/>
              <a:t> historical API and bill text retrieval.</a:t>
            </a:r>
          </a:p>
        </p:txBody>
      </p:sp>
    </p:spTree>
    <p:extLst>
      <p:ext uri="{BB962C8B-B14F-4D97-AF65-F5344CB8AC3E}">
        <p14:creationId xmlns:p14="http://schemas.microsoft.com/office/powerpoint/2010/main" val="219168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43D9-CE64-6F70-0BB7-54C96A77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CA6AA-D218-98F9-C970-23F3E2DB2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Deductive measure: custom six-domain dictionary for economic stability, education access and quality, healthcare access and quality, neighborhood and built environment, social and community context, and discrimination/equity/rights.</a:t>
            </a:r>
          </a:p>
          <a:p>
            <a:r>
              <a:rPr lang="en-US" dirty="0"/>
              <a:t>Inductive/descriptive methods: token frequency, TF-IDF, bigrams/trigrams, named entity recognition, and LDA </a:t>
            </a:r>
            <a:r>
              <a:rPr lang="en-US"/>
              <a:t>topic modeling.</a:t>
            </a:r>
          </a:p>
        </p:txBody>
      </p:sp>
    </p:spTree>
    <p:extLst>
      <p:ext uri="{BB962C8B-B14F-4D97-AF65-F5344CB8AC3E}">
        <p14:creationId xmlns:p14="http://schemas.microsoft.com/office/powerpoint/2010/main" val="4214321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3166-6209-72B3-853B-96C29D69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1: Domain Prominence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3B878-23F4-9488-6E65-4694BF6A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4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1F06-5DA5-1296-3791-A182FA01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2: State and Political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8204A-246C-4A5C-1801-9AD8C8201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625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B5CE-7546-BC64-68F5-AD1AFB3E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3: High-Domain Bills and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A630-6D7B-2340-FF55-1B6953D16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2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E4C3-2783-944D-3E1E-9B21632D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and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7586-6E5D-8884-7E19-56BA36989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3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325</Words>
  <Application>Microsoft Office PowerPoint</Application>
  <PresentationFormat>Widescreen</PresentationFormat>
  <Paragraphs>26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Mapping Legislative Attention to the Social Determinants of Mental Health: A Text Analysis of State Bills, 2021-2024</vt:lpstr>
      <vt:lpstr>Problem and Purpose</vt:lpstr>
      <vt:lpstr>Research Questions</vt:lpstr>
      <vt:lpstr>Data and Corpus</vt:lpstr>
      <vt:lpstr>Methods</vt:lpstr>
      <vt:lpstr>Findings 1: Domain Prominence</vt:lpstr>
      <vt:lpstr>Findings 2: State and Political Variation</vt:lpstr>
      <vt:lpstr>Findings 3: High-Domain Bills and Topics</vt:lpstr>
      <vt:lpstr>Implications and Limits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Jake Federbusch</dc:creator>
  <cp:lastModifiedBy>Jake Federbusch</cp:lastModifiedBy>
  <cp:revision>2</cp:revision>
  <dcterms:created xsi:type="dcterms:W3CDTF">2026-04-22T01:40:07Z</dcterms:created>
  <dcterms:modified xsi:type="dcterms:W3CDTF">2026-04-22T02:31:30Z</dcterms:modified>
</cp:coreProperties>
</file>